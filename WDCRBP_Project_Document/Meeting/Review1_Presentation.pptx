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an Vo" userId="c3f802804eb530d1" providerId="LiveId" clId="{BA6AE1C2-CD56-4134-B9A5-2F5A053422C4}"/>
    <pc:docChg chg="delSld modSld">
      <pc:chgData name="Luan Vo" userId="c3f802804eb530d1" providerId="LiveId" clId="{BA6AE1C2-CD56-4134-B9A5-2F5A053422C4}" dt="2025-04-10T05:39:55.695" v="4" actId="20577"/>
      <pc:docMkLst>
        <pc:docMk/>
      </pc:docMkLst>
      <pc:sldChg chg="modSp mod">
        <pc:chgData name="Luan Vo" userId="c3f802804eb530d1" providerId="LiveId" clId="{BA6AE1C2-CD56-4134-B9A5-2F5A053422C4}" dt="2025-04-10T05:39:55.695" v="4" actId="20577"/>
        <pc:sldMkLst>
          <pc:docMk/>
          <pc:sldMk cId="1287589022" sldId="257"/>
        </pc:sldMkLst>
        <pc:spChg chg="mod">
          <ac:chgData name="Luan Vo" userId="c3f802804eb530d1" providerId="LiveId" clId="{BA6AE1C2-CD56-4134-B9A5-2F5A053422C4}" dt="2025-04-10T05:39:55.695" v="4" actId="20577"/>
          <ac:spMkLst>
            <pc:docMk/>
            <pc:sldMk cId="1287589022" sldId="257"/>
            <ac:spMk id="3" creationId="{F1061D99-51BB-87DC-EAB7-276ED1C59D11}"/>
          </ac:spMkLst>
        </pc:spChg>
      </pc:sldChg>
      <pc:sldChg chg="del">
        <pc:chgData name="Luan Vo" userId="c3f802804eb530d1" providerId="LiveId" clId="{BA6AE1C2-CD56-4134-B9A5-2F5A053422C4}" dt="2025-04-10T05:39:48.027" v="0" actId="47"/>
        <pc:sldMkLst>
          <pc:docMk/>
          <pc:sldMk cId="1796148959" sldId="260"/>
        </pc:sldMkLst>
      </pc:sldChg>
      <pc:sldChg chg="del">
        <pc:chgData name="Luan Vo" userId="c3f802804eb530d1" providerId="LiveId" clId="{BA6AE1C2-CD56-4134-B9A5-2F5A053422C4}" dt="2025-04-10T05:39:49.017" v="1" actId="47"/>
        <pc:sldMkLst>
          <pc:docMk/>
          <pc:sldMk cId="1738170164" sldId="261"/>
        </pc:sldMkLst>
      </pc:sldChg>
      <pc:sldChg chg="del">
        <pc:chgData name="Luan Vo" userId="c3f802804eb530d1" providerId="LiveId" clId="{BA6AE1C2-CD56-4134-B9A5-2F5A053422C4}" dt="2025-04-10T05:39:49.665" v="2" actId="47"/>
        <pc:sldMkLst>
          <pc:docMk/>
          <pc:sldMk cId="3486733732" sldId="262"/>
        </pc:sldMkLst>
      </pc:sldChg>
      <pc:sldChg chg="del">
        <pc:chgData name="Luan Vo" userId="c3f802804eb530d1" providerId="LiveId" clId="{BA6AE1C2-CD56-4134-B9A5-2F5A053422C4}" dt="2025-04-10T05:39:51.183" v="3" actId="47"/>
        <pc:sldMkLst>
          <pc:docMk/>
          <pc:sldMk cId="2074563490" sldId="263"/>
        </pc:sldMkLst>
      </pc:sldChg>
    </pc:docChg>
  </pc:docChgLst>
  <pc:docChgLst>
    <pc:chgData name="Phúc Trần Việt" userId="3dd0c715ef698852" providerId="Windows Live" clId="Web-{EF73F531-C848-55DA-3512-ECA486DC57D1}"/>
    <pc:docChg chg="modSld">
      <pc:chgData name="Phúc Trần Việt" userId="3dd0c715ef698852" providerId="Windows Live" clId="Web-{EF73F531-C848-55DA-3512-ECA486DC57D1}" dt="2025-02-10T06:56:24.769" v="28" actId="20577"/>
      <pc:docMkLst>
        <pc:docMk/>
      </pc:docMkLst>
      <pc:sldChg chg="modSp">
        <pc:chgData name="Phúc Trần Việt" userId="3dd0c715ef698852" providerId="Windows Live" clId="Web-{EF73F531-C848-55DA-3512-ECA486DC57D1}" dt="2025-02-10T06:56:24.769" v="28" actId="20577"/>
        <pc:sldMkLst>
          <pc:docMk/>
          <pc:sldMk cId="2175798934" sldId="258"/>
        </pc:sldMkLst>
        <pc:spChg chg="mod">
          <ac:chgData name="Phúc Trần Việt" userId="3dd0c715ef698852" providerId="Windows Live" clId="Web-{EF73F531-C848-55DA-3512-ECA486DC57D1}" dt="2025-02-10T06:56:24.769" v="28" actId="20577"/>
          <ac:spMkLst>
            <pc:docMk/>
            <pc:sldMk cId="2175798934" sldId="258"/>
            <ac:spMk id="3" creationId="{99455B61-44B7-C4EB-AF42-26FFE1B75C2F}"/>
          </ac:spMkLst>
        </pc:spChg>
      </pc:sldChg>
    </pc:docChg>
  </pc:docChgLst>
  <pc:docChgLst>
    <pc:chgData name="Luan Vo" userId="c3f802804eb530d1" providerId="Windows Live" clId="Web-{5F48E612-2152-5F2F-F82E-AC1773064603}"/>
    <pc:docChg chg="addSld delSld modSld sldOrd">
      <pc:chgData name="Luan Vo" userId="c3f802804eb530d1" providerId="Windows Live" clId="Web-{5F48E612-2152-5F2F-F82E-AC1773064603}" dt="2025-02-10T04:09:05.454" v="331" actId="20577"/>
      <pc:docMkLst>
        <pc:docMk/>
      </pc:docMkLst>
      <pc:sldChg chg="addSp delSp modSp mod setBg">
        <pc:chgData name="Luan Vo" userId="c3f802804eb530d1" providerId="Windows Live" clId="Web-{5F48E612-2152-5F2F-F82E-AC1773064603}" dt="2025-02-10T03:29:45.488" v="105" actId="1076"/>
        <pc:sldMkLst>
          <pc:docMk/>
          <pc:sldMk cId="109857222" sldId="256"/>
        </pc:sldMkLst>
        <pc:spChg chg="mod">
          <ac:chgData name="Luan Vo" userId="c3f802804eb530d1" providerId="Windows Live" clId="Web-{5F48E612-2152-5F2F-F82E-AC1773064603}" dt="2025-02-10T03:18:47.915" v="23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uan Vo" userId="c3f802804eb530d1" providerId="Windows Live" clId="Web-{5F48E612-2152-5F2F-F82E-AC1773064603}" dt="2025-02-10T03:27:46.920" v="87" actId="1076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Luan Vo" userId="c3f802804eb530d1" providerId="Windows Live" clId="Web-{5F48E612-2152-5F2F-F82E-AC1773064603}" dt="2025-02-10T03:16:53.005" v="2"/>
          <ac:spMkLst>
            <pc:docMk/>
            <pc:sldMk cId="109857222" sldId="256"/>
            <ac:spMk id="9" creationId="{50D1D739-EDC4-4BE6-A073-9B157E1F9069}"/>
          </ac:spMkLst>
        </pc:spChg>
        <pc:spChg chg="add del">
          <ac:chgData name="Luan Vo" userId="c3f802804eb530d1" providerId="Windows Live" clId="Web-{5F48E612-2152-5F2F-F82E-AC1773064603}" dt="2025-02-10T03:16:53.005" v="2"/>
          <ac:spMkLst>
            <pc:docMk/>
            <pc:sldMk cId="109857222" sldId="256"/>
            <ac:spMk id="11" creationId="{6CDD35A4-E546-4AF3-A8B9-AC24C5C9FA70}"/>
          </ac:spMkLst>
        </pc:spChg>
        <pc:picChg chg="add mod">
          <ac:chgData name="Luan Vo" userId="c3f802804eb530d1" providerId="Windows Live" clId="Web-{5F48E612-2152-5F2F-F82E-AC1773064603}" dt="2025-02-10T03:29:45.488" v="105" actId="1076"/>
          <ac:picMkLst>
            <pc:docMk/>
            <pc:sldMk cId="109857222" sldId="256"/>
            <ac:picMk id="4" creationId="{B176FC7D-B2A4-EAD3-D2D4-513FE03889A2}"/>
          </ac:picMkLst>
        </pc:picChg>
      </pc:sldChg>
      <pc:sldChg chg="addSp delSp modSp new">
        <pc:chgData name="Luan Vo" userId="c3f802804eb530d1" providerId="Windows Live" clId="Web-{5F48E612-2152-5F2F-F82E-AC1773064603}" dt="2025-02-10T03:42:32.845" v="168" actId="20577"/>
        <pc:sldMkLst>
          <pc:docMk/>
          <pc:sldMk cId="1287589022" sldId="257"/>
        </pc:sldMkLst>
        <pc:spChg chg="mod">
          <ac:chgData name="Luan Vo" userId="c3f802804eb530d1" providerId="Windows Live" clId="Web-{5F48E612-2152-5F2F-F82E-AC1773064603}" dt="2025-02-10T03:19:29.151" v="45" actId="20577"/>
          <ac:spMkLst>
            <pc:docMk/>
            <pc:sldMk cId="1287589022" sldId="257"/>
            <ac:spMk id="2" creationId="{70BAA3AF-595D-6540-104D-2DB1ECE2AC14}"/>
          </ac:spMkLst>
        </pc:spChg>
        <pc:spChg chg="mod">
          <ac:chgData name="Luan Vo" userId="c3f802804eb530d1" providerId="Windows Live" clId="Web-{5F48E612-2152-5F2F-F82E-AC1773064603}" dt="2025-02-10T03:42:32.845" v="168" actId="20577"/>
          <ac:spMkLst>
            <pc:docMk/>
            <pc:sldMk cId="1287589022" sldId="257"/>
            <ac:spMk id="3" creationId="{F1061D99-51BB-87DC-EAB7-276ED1C59D11}"/>
          </ac:spMkLst>
        </pc:spChg>
        <pc:picChg chg="add del">
          <ac:chgData name="Luan Vo" userId="c3f802804eb530d1" providerId="Windows Live" clId="Web-{5F48E612-2152-5F2F-F82E-AC1773064603}" dt="2025-02-10T03:28:40.876" v="92"/>
          <ac:picMkLst>
            <pc:docMk/>
            <pc:sldMk cId="1287589022" sldId="257"/>
            <ac:picMk id="5" creationId="{D9926ACC-BAE3-1E34-A161-2D67662F9691}"/>
          </ac:picMkLst>
        </pc:picChg>
        <pc:picChg chg="add del">
          <ac:chgData name="Luan Vo" userId="c3f802804eb530d1" providerId="Windows Live" clId="Web-{5F48E612-2152-5F2F-F82E-AC1773064603}" dt="2025-02-10T03:29:06.361" v="98"/>
          <ac:picMkLst>
            <pc:docMk/>
            <pc:sldMk cId="1287589022" sldId="257"/>
            <ac:picMk id="7" creationId="{38C265D9-BEB1-3731-7933-857158A55C36}"/>
          </ac:picMkLst>
        </pc:picChg>
        <pc:picChg chg="add del">
          <ac:chgData name="Luan Vo" userId="c3f802804eb530d1" providerId="Windows Live" clId="Web-{5F48E612-2152-5F2F-F82E-AC1773064603}" dt="2025-02-10T03:29:04.236" v="97"/>
          <ac:picMkLst>
            <pc:docMk/>
            <pc:sldMk cId="1287589022" sldId="257"/>
            <ac:picMk id="9" creationId="{ADBF5C22-F378-5BF5-B5D8-74737EB64808}"/>
          </ac:picMkLst>
        </pc:picChg>
        <pc:picChg chg="add del">
          <ac:chgData name="Luan Vo" userId="c3f802804eb530d1" providerId="Windows Live" clId="Web-{5F48E612-2152-5F2F-F82E-AC1773064603}" dt="2025-02-10T03:28:49.376" v="96"/>
          <ac:picMkLst>
            <pc:docMk/>
            <pc:sldMk cId="1287589022" sldId="257"/>
            <ac:picMk id="11" creationId="{A21C348C-63FE-D636-6920-552C31D864DE}"/>
          </ac:picMkLst>
        </pc:picChg>
        <pc:picChg chg="add mod">
          <ac:chgData name="Luan Vo" userId="c3f802804eb530d1" providerId="Windows Live" clId="Web-{5F48E612-2152-5F2F-F82E-AC1773064603}" dt="2025-02-10T03:29:38.847" v="104" actId="1076"/>
          <ac:picMkLst>
            <pc:docMk/>
            <pc:sldMk cId="1287589022" sldId="257"/>
            <ac:picMk id="13" creationId="{EC03F564-0E71-F601-E81B-1822E16F4DE5}"/>
          </ac:picMkLst>
        </pc:picChg>
      </pc:sldChg>
      <pc:sldChg chg="modSp add replId">
        <pc:chgData name="Luan Vo" userId="c3f802804eb530d1" providerId="Windows Live" clId="Web-{5F48E612-2152-5F2F-F82E-AC1773064603}" dt="2025-02-10T03:38:54.681" v="142" actId="20577"/>
        <pc:sldMkLst>
          <pc:docMk/>
          <pc:sldMk cId="2175798934" sldId="258"/>
        </pc:sldMkLst>
        <pc:spChg chg="mod">
          <ac:chgData name="Luan Vo" userId="c3f802804eb530d1" providerId="Windows Live" clId="Web-{5F48E612-2152-5F2F-F82E-AC1773064603}" dt="2025-02-10T03:38:54.681" v="142" actId="20577"/>
          <ac:spMkLst>
            <pc:docMk/>
            <pc:sldMk cId="2175798934" sldId="258"/>
            <ac:spMk id="2" creationId="{8B93BEC7-40AB-2FB7-1691-1051D3A9B613}"/>
          </ac:spMkLst>
        </pc:spChg>
        <pc:spChg chg="mod">
          <ac:chgData name="Luan Vo" userId="c3f802804eb530d1" providerId="Windows Live" clId="Web-{5F48E612-2152-5F2F-F82E-AC1773064603}" dt="2025-02-10T03:38:14.710" v="123" actId="20577"/>
          <ac:spMkLst>
            <pc:docMk/>
            <pc:sldMk cId="2175798934" sldId="258"/>
            <ac:spMk id="3" creationId="{99455B61-44B7-C4EB-AF42-26FFE1B75C2F}"/>
          </ac:spMkLst>
        </pc:spChg>
      </pc:sldChg>
      <pc:sldChg chg="addSp modSp add replId">
        <pc:chgData name="Luan Vo" userId="c3f802804eb530d1" providerId="Windows Live" clId="Web-{5F48E612-2152-5F2F-F82E-AC1773064603}" dt="2025-02-10T03:52:58.588" v="240" actId="20577"/>
        <pc:sldMkLst>
          <pc:docMk/>
          <pc:sldMk cId="2726079285" sldId="259"/>
        </pc:sldMkLst>
        <pc:spChg chg="mod">
          <ac:chgData name="Luan Vo" userId="c3f802804eb530d1" providerId="Windows Live" clId="Web-{5F48E612-2152-5F2F-F82E-AC1773064603}" dt="2025-02-10T03:42:27.892" v="164" actId="20577"/>
          <ac:spMkLst>
            <pc:docMk/>
            <pc:sldMk cId="2726079285" sldId="259"/>
            <ac:spMk id="2" creationId="{D5368B65-E020-AEB9-1AC0-A84EABEA22E8}"/>
          </ac:spMkLst>
        </pc:spChg>
        <pc:spChg chg="mod">
          <ac:chgData name="Luan Vo" userId="c3f802804eb530d1" providerId="Windows Live" clId="Web-{5F48E612-2152-5F2F-F82E-AC1773064603}" dt="2025-02-10T03:52:51.916" v="239" actId="20577"/>
          <ac:spMkLst>
            <pc:docMk/>
            <pc:sldMk cId="2726079285" sldId="259"/>
            <ac:spMk id="3" creationId="{EA220CB1-C24C-B448-01C8-95A34EEADC74}"/>
          </ac:spMkLst>
        </pc:spChg>
        <pc:spChg chg="add mod">
          <ac:chgData name="Luan Vo" userId="c3f802804eb530d1" providerId="Windows Live" clId="Web-{5F48E612-2152-5F2F-F82E-AC1773064603}" dt="2025-02-10T03:52:58.588" v="240" actId="20577"/>
          <ac:spMkLst>
            <pc:docMk/>
            <pc:sldMk cId="2726079285" sldId="259"/>
            <ac:spMk id="5" creationId="{EB3CC0FD-79E1-564A-F0B0-A016044DD1FC}"/>
          </ac:spMkLst>
        </pc:spChg>
      </pc:sldChg>
      <pc:sldChg chg="delSp modSp add ord replId">
        <pc:chgData name="Luan Vo" userId="c3f802804eb530d1" providerId="Windows Live" clId="Web-{5F48E612-2152-5F2F-F82E-AC1773064603}" dt="2025-02-10T04:09:05.454" v="331" actId="20577"/>
        <pc:sldMkLst>
          <pc:docMk/>
          <pc:sldMk cId="1796148959" sldId="260"/>
        </pc:sldMkLst>
        <pc:spChg chg="mod">
          <ac:chgData name="Luan Vo" userId="c3f802804eb530d1" providerId="Windows Live" clId="Web-{5F48E612-2152-5F2F-F82E-AC1773064603}" dt="2025-02-10T04:09:05.454" v="331" actId="20577"/>
          <ac:spMkLst>
            <pc:docMk/>
            <pc:sldMk cId="1796148959" sldId="260"/>
            <ac:spMk id="3" creationId="{2A420680-12EE-B102-F24B-84302F2D85EB}"/>
          </ac:spMkLst>
        </pc:spChg>
        <pc:spChg chg="del">
          <ac:chgData name="Luan Vo" userId="c3f802804eb530d1" providerId="Windows Live" clId="Web-{5F48E612-2152-5F2F-F82E-AC1773064603}" dt="2025-02-10T04:05:42.477" v="242"/>
          <ac:spMkLst>
            <pc:docMk/>
            <pc:sldMk cId="1796148959" sldId="260"/>
            <ac:spMk id="5" creationId="{8EACC678-B379-1000-BE44-7AD1860A08B2}"/>
          </ac:spMkLst>
        </pc:spChg>
      </pc:sldChg>
      <pc:sldChg chg="add del replId">
        <pc:chgData name="Luan Vo" userId="c3f802804eb530d1" providerId="Windows Live" clId="Web-{5F48E612-2152-5F2F-F82E-AC1773064603}" dt="2025-02-10T04:06:50.449" v="258"/>
        <pc:sldMkLst>
          <pc:docMk/>
          <pc:sldMk cId="2762270565" sldId="261"/>
        </pc:sldMkLst>
      </pc:sldChg>
    </pc:docChg>
  </pc:docChgLst>
  <pc:docChgLst>
    <pc:chgData name="Luan Vo" userId="c3f802804eb530d1" providerId="LiveId" clId="{8C3E520A-A04E-4DB9-A1B8-539E50A3D5BA}"/>
    <pc:docChg chg="undo custSel addSld delSld modSld">
      <pc:chgData name="Luan Vo" userId="c3f802804eb530d1" providerId="LiveId" clId="{8C3E520A-A04E-4DB9-A1B8-539E50A3D5BA}" dt="2025-02-13T13:26:41.670" v="1953" actId="20577"/>
      <pc:docMkLst>
        <pc:docMk/>
      </pc:docMkLst>
      <pc:sldChg chg="modSp mod">
        <pc:chgData name="Luan Vo" userId="c3f802804eb530d1" providerId="LiveId" clId="{8C3E520A-A04E-4DB9-A1B8-539E50A3D5BA}" dt="2025-02-10T06:17:37.362" v="1938" actId="20577"/>
        <pc:sldMkLst>
          <pc:docMk/>
          <pc:sldMk cId="109857222" sldId="256"/>
        </pc:sldMkLst>
        <pc:spChg chg="mod">
          <ac:chgData name="Luan Vo" userId="c3f802804eb530d1" providerId="LiveId" clId="{8C3E520A-A04E-4DB9-A1B8-539E50A3D5BA}" dt="2025-02-10T06:17:37.362" v="1938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mod">
        <pc:chgData name="Luan Vo" userId="c3f802804eb530d1" providerId="LiveId" clId="{8C3E520A-A04E-4DB9-A1B8-539E50A3D5BA}" dt="2025-02-10T06:16:19.556" v="1923" actId="20577"/>
        <pc:sldMkLst>
          <pc:docMk/>
          <pc:sldMk cId="1287589022" sldId="257"/>
        </pc:sldMkLst>
        <pc:spChg chg="mod">
          <ac:chgData name="Luan Vo" userId="c3f802804eb530d1" providerId="LiveId" clId="{8C3E520A-A04E-4DB9-A1B8-539E50A3D5BA}" dt="2025-02-10T06:16:19.556" v="1923" actId="20577"/>
          <ac:spMkLst>
            <pc:docMk/>
            <pc:sldMk cId="1287589022" sldId="257"/>
            <ac:spMk id="3" creationId="{F1061D99-51BB-87DC-EAB7-276ED1C59D11}"/>
          </ac:spMkLst>
        </pc:spChg>
      </pc:sldChg>
      <pc:sldChg chg="modSp mod">
        <pc:chgData name="Luan Vo" userId="c3f802804eb530d1" providerId="LiveId" clId="{8C3E520A-A04E-4DB9-A1B8-539E50A3D5BA}" dt="2025-02-10T06:16:44.339" v="1937" actId="255"/>
        <pc:sldMkLst>
          <pc:docMk/>
          <pc:sldMk cId="2175798934" sldId="258"/>
        </pc:sldMkLst>
        <pc:spChg chg="mod">
          <ac:chgData name="Luan Vo" userId="c3f802804eb530d1" providerId="LiveId" clId="{8C3E520A-A04E-4DB9-A1B8-539E50A3D5BA}" dt="2025-02-10T06:16:29.191" v="1936" actId="20577"/>
          <ac:spMkLst>
            <pc:docMk/>
            <pc:sldMk cId="2175798934" sldId="258"/>
            <ac:spMk id="2" creationId="{8B93BEC7-40AB-2FB7-1691-1051D3A9B613}"/>
          </ac:spMkLst>
        </pc:spChg>
        <pc:spChg chg="mod">
          <ac:chgData name="Luan Vo" userId="c3f802804eb530d1" providerId="LiveId" clId="{8C3E520A-A04E-4DB9-A1B8-539E50A3D5BA}" dt="2025-02-10T06:16:44.339" v="1937" actId="255"/>
          <ac:spMkLst>
            <pc:docMk/>
            <pc:sldMk cId="2175798934" sldId="258"/>
            <ac:spMk id="3" creationId="{99455B61-44B7-C4EB-AF42-26FFE1B75C2F}"/>
          </ac:spMkLst>
        </pc:spChg>
      </pc:sldChg>
      <pc:sldChg chg="del">
        <pc:chgData name="Luan Vo" userId="c3f802804eb530d1" providerId="LiveId" clId="{8C3E520A-A04E-4DB9-A1B8-539E50A3D5BA}" dt="2025-02-10T04:30:59.937" v="590" actId="47"/>
        <pc:sldMkLst>
          <pc:docMk/>
          <pc:sldMk cId="2726079285" sldId="259"/>
        </pc:sldMkLst>
      </pc:sldChg>
      <pc:sldChg chg="addSp modSp mod">
        <pc:chgData name="Luan Vo" userId="c3f802804eb530d1" providerId="LiveId" clId="{8C3E520A-A04E-4DB9-A1B8-539E50A3D5BA}" dt="2025-02-10T06:08:49.320" v="1766" actId="113"/>
        <pc:sldMkLst>
          <pc:docMk/>
          <pc:sldMk cId="1796148959" sldId="260"/>
        </pc:sldMkLst>
        <pc:spChg chg="mod">
          <ac:chgData name="Luan Vo" userId="c3f802804eb530d1" providerId="LiveId" clId="{8C3E520A-A04E-4DB9-A1B8-539E50A3D5BA}" dt="2025-02-10T06:08:49.320" v="1766" actId="113"/>
          <ac:spMkLst>
            <pc:docMk/>
            <pc:sldMk cId="1796148959" sldId="260"/>
            <ac:spMk id="3" creationId="{2A420680-12EE-B102-F24B-84302F2D85EB}"/>
          </ac:spMkLst>
        </pc:spChg>
        <pc:spChg chg="add mod">
          <ac:chgData name="Luan Vo" userId="c3f802804eb530d1" providerId="LiveId" clId="{8C3E520A-A04E-4DB9-A1B8-539E50A3D5BA}" dt="2025-02-10T05:52:44.730" v="1325" actId="14100"/>
          <ac:spMkLst>
            <pc:docMk/>
            <pc:sldMk cId="1796148959" sldId="260"/>
            <ac:spMk id="4" creationId="{D80C5D4F-E42D-AA1E-A50B-90A53C3A88CD}"/>
          </ac:spMkLst>
        </pc:spChg>
      </pc:sldChg>
      <pc:sldChg chg="delSp modSp add mod">
        <pc:chgData name="Luan Vo" userId="c3f802804eb530d1" providerId="LiveId" clId="{8C3E520A-A04E-4DB9-A1B8-539E50A3D5BA}" dt="2025-02-10T06:08:52.465" v="1769" actId="113"/>
        <pc:sldMkLst>
          <pc:docMk/>
          <pc:sldMk cId="1738170164" sldId="261"/>
        </pc:sldMkLst>
        <pc:spChg chg="mod">
          <ac:chgData name="Luan Vo" userId="c3f802804eb530d1" providerId="LiveId" clId="{8C3E520A-A04E-4DB9-A1B8-539E50A3D5BA}" dt="2025-02-10T06:08:52.465" v="1769" actId="113"/>
          <ac:spMkLst>
            <pc:docMk/>
            <pc:sldMk cId="1738170164" sldId="261"/>
            <ac:spMk id="3" creationId="{2A420680-12EE-B102-F24B-84302F2D85EB}"/>
          </ac:spMkLst>
        </pc:spChg>
        <pc:spChg chg="del">
          <ac:chgData name="Luan Vo" userId="c3f802804eb530d1" providerId="LiveId" clId="{8C3E520A-A04E-4DB9-A1B8-539E50A3D5BA}" dt="2025-02-10T05:43:13.481" v="841" actId="478"/>
          <ac:spMkLst>
            <pc:docMk/>
            <pc:sldMk cId="1738170164" sldId="261"/>
            <ac:spMk id="4" creationId="{D80C5D4F-E42D-AA1E-A50B-90A53C3A88CD}"/>
          </ac:spMkLst>
        </pc:spChg>
      </pc:sldChg>
      <pc:sldChg chg="addSp modSp add mod">
        <pc:chgData name="Luan Vo" userId="c3f802804eb530d1" providerId="LiveId" clId="{8C3E520A-A04E-4DB9-A1B8-539E50A3D5BA}" dt="2025-02-10T06:08:56.352" v="1770" actId="113"/>
        <pc:sldMkLst>
          <pc:docMk/>
          <pc:sldMk cId="3486733732" sldId="262"/>
        </pc:sldMkLst>
        <pc:spChg chg="mod">
          <ac:chgData name="Luan Vo" userId="c3f802804eb530d1" providerId="LiveId" clId="{8C3E520A-A04E-4DB9-A1B8-539E50A3D5BA}" dt="2025-02-10T06:08:56.352" v="1770" actId="113"/>
          <ac:spMkLst>
            <pc:docMk/>
            <pc:sldMk cId="3486733732" sldId="262"/>
            <ac:spMk id="3" creationId="{2A420680-12EE-B102-F24B-84302F2D85EB}"/>
          </ac:spMkLst>
        </pc:spChg>
        <pc:spChg chg="add mod">
          <ac:chgData name="Luan Vo" userId="c3f802804eb530d1" providerId="LiveId" clId="{8C3E520A-A04E-4DB9-A1B8-539E50A3D5BA}" dt="2025-02-10T05:59:53.392" v="1507" actId="20577"/>
          <ac:spMkLst>
            <pc:docMk/>
            <pc:sldMk cId="3486733732" sldId="262"/>
            <ac:spMk id="4" creationId="{E77CBFE5-FAC0-4762-D1A0-D18B73F05E38}"/>
          </ac:spMkLst>
        </pc:spChg>
      </pc:sldChg>
      <pc:sldChg chg="modSp add mod">
        <pc:chgData name="Luan Vo" userId="c3f802804eb530d1" providerId="LiveId" clId="{8C3E520A-A04E-4DB9-A1B8-539E50A3D5BA}" dt="2025-02-13T13:26:41.670" v="1953" actId="20577"/>
        <pc:sldMkLst>
          <pc:docMk/>
          <pc:sldMk cId="2074563490" sldId="263"/>
        </pc:sldMkLst>
        <pc:spChg chg="mod">
          <ac:chgData name="Luan Vo" userId="c3f802804eb530d1" providerId="LiveId" clId="{8C3E520A-A04E-4DB9-A1B8-539E50A3D5BA}" dt="2025-02-10T06:09:05.176" v="1774" actId="113"/>
          <ac:spMkLst>
            <pc:docMk/>
            <pc:sldMk cId="2074563490" sldId="263"/>
            <ac:spMk id="3" creationId="{2A420680-12EE-B102-F24B-84302F2D85EB}"/>
          </ac:spMkLst>
        </pc:spChg>
        <pc:spChg chg="mod">
          <ac:chgData name="Luan Vo" userId="c3f802804eb530d1" providerId="LiveId" clId="{8C3E520A-A04E-4DB9-A1B8-539E50A3D5BA}" dt="2025-02-13T13:26:41.670" v="1953" actId="20577"/>
          <ac:spMkLst>
            <pc:docMk/>
            <pc:sldMk cId="2074563490" sldId="263"/>
            <ac:spMk id="4" creationId="{E77CBFE5-FAC0-4762-D1A0-D18B73F05E38}"/>
          </ac:spMkLst>
        </pc:spChg>
      </pc:sldChg>
    </pc:docChg>
  </pc:docChgLst>
  <pc:docChgLst>
    <pc:chgData name="an le" userId="566d5aefbf27745f" providerId="Windows Live" clId="Web-{5BCB6AA5-6B44-3492-0A30-08B439A10B76}"/>
    <pc:docChg chg="modSld">
      <pc:chgData name="an le" userId="566d5aefbf27745f" providerId="Windows Live" clId="Web-{5BCB6AA5-6B44-3492-0A30-08B439A10B76}" dt="2025-02-10T09:57:27.826" v="0" actId="20577"/>
      <pc:docMkLst>
        <pc:docMk/>
      </pc:docMkLst>
      <pc:sldChg chg="modSp">
        <pc:chgData name="an le" userId="566d5aefbf27745f" providerId="Windows Live" clId="Web-{5BCB6AA5-6B44-3492-0A30-08B439A10B76}" dt="2025-02-10T09:57:27.826" v="0" actId="20577"/>
        <pc:sldMkLst>
          <pc:docMk/>
          <pc:sldMk cId="1552540778" sldId="264"/>
        </pc:sldMkLst>
        <pc:spChg chg="mod">
          <ac:chgData name="an le" userId="566d5aefbf27745f" providerId="Windows Live" clId="Web-{5BCB6AA5-6B44-3492-0A30-08B439A10B76}" dt="2025-02-10T09:57:27.826" v="0" actId="20577"/>
          <ac:spMkLst>
            <pc:docMk/>
            <pc:sldMk cId="1552540778" sldId="264"/>
            <ac:spMk id="3" creationId="{94FC0942-3C45-7676-85D0-3C86E57EDBA0}"/>
          </ac:spMkLst>
        </pc:spChg>
      </pc:sldChg>
    </pc:docChg>
  </pc:docChgLst>
  <pc:docChgLst>
    <pc:chgData name="Luan Vo" userId="c3f802804eb530d1" providerId="LiveId" clId="{B439F864-12FC-9145-AF6C-4CB98E308B3E}"/>
    <pc:docChg chg="custSel modSld">
      <pc:chgData name="Luan Vo" userId="c3f802804eb530d1" providerId="LiveId" clId="{B439F864-12FC-9145-AF6C-4CB98E308B3E}" dt="2025-02-10T10:41:57.700" v="94" actId="27636"/>
      <pc:docMkLst>
        <pc:docMk/>
      </pc:docMkLst>
      <pc:sldChg chg="modSp">
        <pc:chgData name="Luan Vo" userId="c3f802804eb530d1" providerId="LiveId" clId="{B439F864-12FC-9145-AF6C-4CB98E308B3E}" dt="2025-02-10T10:41:57.700" v="94" actId="27636"/>
        <pc:sldMkLst>
          <pc:docMk/>
          <pc:sldMk cId="2175798934" sldId="258"/>
        </pc:sldMkLst>
        <pc:spChg chg="mod">
          <ac:chgData name="Luan Vo" userId="c3f802804eb530d1" providerId="LiveId" clId="{B439F864-12FC-9145-AF6C-4CB98E308B3E}" dt="2025-02-10T10:41:57.700" v="94" actId="27636"/>
          <ac:spMkLst>
            <pc:docMk/>
            <pc:sldMk cId="2175798934" sldId="258"/>
            <ac:spMk id="3" creationId="{99455B61-44B7-C4EB-AF42-26FFE1B75C2F}"/>
          </ac:spMkLst>
        </pc:spChg>
      </pc:sldChg>
    </pc:docChg>
  </pc:docChgLst>
  <pc:docChgLst>
    <pc:chgData name="Luan Vo" userId="c3f802804eb530d1" providerId="Windows Live" clId="Web-{8A52402F-D720-9DD3-DE8B-FC1BB01D8615}"/>
    <pc:docChg chg="addSld modSld sldOrd">
      <pc:chgData name="Luan Vo" userId="c3f802804eb530d1" providerId="Windows Live" clId="Web-{8A52402F-D720-9DD3-DE8B-FC1BB01D8615}" dt="2025-02-10T09:21:17.195" v="59" actId="20577"/>
      <pc:docMkLst>
        <pc:docMk/>
      </pc:docMkLst>
      <pc:sldChg chg="modSp ord">
        <pc:chgData name="Luan Vo" userId="c3f802804eb530d1" providerId="Windows Live" clId="Web-{8A52402F-D720-9DD3-DE8B-FC1BB01D8615}" dt="2025-02-10T08:26:36.922" v="49"/>
        <pc:sldMkLst>
          <pc:docMk/>
          <pc:sldMk cId="2175798934" sldId="258"/>
        </pc:sldMkLst>
        <pc:spChg chg="mod">
          <ac:chgData name="Luan Vo" userId="c3f802804eb530d1" providerId="Windows Live" clId="Web-{8A52402F-D720-9DD3-DE8B-FC1BB01D8615}" dt="2025-02-10T07:19:36.599" v="47" actId="20577"/>
          <ac:spMkLst>
            <pc:docMk/>
            <pc:sldMk cId="2175798934" sldId="258"/>
            <ac:spMk id="3" creationId="{99455B61-44B7-C4EB-AF42-26FFE1B75C2F}"/>
          </ac:spMkLst>
        </pc:spChg>
      </pc:sldChg>
      <pc:sldChg chg="modSp ord">
        <pc:chgData name="Luan Vo" userId="c3f802804eb530d1" providerId="Windows Live" clId="Web-{8A52402F-D720-9DD3-DE8B-FC1BB01D8615}" dt="2025-02-10T08:26:36.922" v="48"/>
        <pc:sldMkLst>
          <pc:docMk/>
          <pc:sldMk cId="1796148959" sldId="260"/>
        </pc:sldMkLst>
        <pc:spChg chg="mod">
          <ac:chgData name="Luan Vo" userId="c3f802804eb530d1" providerId="Windows Live" clId="Web-{8A52402F-D720-9DD3-DE8B-FC1BB01D8615}" dt="2025-02-10T06:33:29.448" v="3" actId="20577"/>
          <ac:spMkLst>
            <pc:docMk/>
            <pc:sldMk cId="1796148959" sldId="260"/>
            <ac:spMk id="3" creationId="{2A420680-12EE-B102-F24B-84302F2D85EB}"/>
          </ac:spMkLst>
        </pc:spChg>
      </pc:sldChg>
      <pc:sldChg chg="modSp">
        <pc:chgData name="Luan Vo" userId="c3f802804eb530d1" providerId="Windows Live" clId="Web-{8A52402F-D720-9DD3-DE8B-FC1BB01D8615}" dt="2025-02-10T06:46:53.991" v="43" actId="20577"/>
        <pc:sldMkLst>
          <pc:docMk/>
          <pc:sldMk cId="3486733732" sldId="262"/>
        </pc:sldMkLst>
        <pc:spChg chg="mod">
          <ac:chgData name="Luan Vo" userId="c3f802804eb530d1" providerId="Windows Live" clId="Web-{8A52402F-D720-9DD3-DE8B-FC1BB01D8615}" dt="2025-02-10T06:46:53.991" v="43" actId="20577"/>
          <ac:spMkLst>
            <pc:docMk/>
            <pc:sldMk cId="3486733732" sldId="262"/>
            <ac:spMk id="3" creationId="{2A420680-12EE-B102-F24B-84302F2D85EB}"/>
          </ac:spMkLst>
        </pc:spChg>
      </pc:sldChg>
      <pc:sldChg chg="delSp modSp add replId">
        <pc:chgData name="Luan Vo" userId="c3f802804eb530d1" providerId="Windows Live" clId="Web-{8A52402F-D720-9DD3-DE8B-FC1BB01D8615}" dt="2025-02-10T09:21:17.195" v="59" actId="20577"/>
        <pc:sldMkLst>
          <pc:docMk/>
          <pc:sldMk cId="1552540778" sldId="264"/>
        </pc:sldMkLst>
        <pc:spChg chg="mod">
          <ac:chgData name="Luan Vo" userId="c3f802804eb530d1" providerId="Windows Live" clId="Web-{8A52402F-D720-9DD3-DE8B-FC1BB01D8615}" dt="2025-02-10T09:21:17.195" v="59" actId="20577"/>
          <ac:spMkLst>
            <pc:docMk/>
            <pc:sldMk cId="1552540778" sldId="264"/>
            <ac:spMk id="2" creationId="{C1B7AEC4-A975-4AD9-1190-C7F8CB031565}"/>
          </ac:spMkLst>
        </pc:spChg>
        <pc:spChg chg="mod">
          <ac:chgData name="Luan Vo" userId="c3f802804eb530d1" providerId="Windows Live" clId="Web-{8A52402F-D720-9DD3-DE8B-FC1BB01D8615}" dt="2025-02-10T09:21:08.757" v="58" actId="14100"/>
          <ac:spMkLst>
            <pc:docMk/>
            <pc:sldMk cId="1552540778" sldId="264"/>
            <ac:spMk id="3" creationId="{94FC0942-3C45-7676-85D0-3C86E57EDBA0}"/>
          </ac:spMkLst>
        </pc:spChg>
        <pc:spChg chg="del">
          <ac:chgData name="Luan Vo" userId="c3f802804eb530d1" providerId="Windows Live" clId="Web-{8A52402F-D720-9DD3-DE8B-FC1BB01D8615}" dt="2025-02-10T09:21:04.835" v="57"/>
          <ac:spMkLst>
            <pc:docMk/>
            <pc:sldMk cId="1552540778" sldId="264"/>
            <ac:spMk id="4" creationId="{59A6DB4A-B9AA-624C-39D1-6BF5F418EF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37709"/>
            <a:ext cx="9144000" cy="1244601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Woodwork Design, Crafting &amp; Repair Booking Platform</a:t>
            </a:r>
            <a:endParaRPr 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6385670"/>
            <a:ext cx="9144000" cy="473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ea typeface="+mn-lt"/>
                <a:cs typeface="+mn-lt"/>
              </a:rPr>
              <a:t>SP25SE026_GSP48</a:t>
            </a:r>
            <a:endParaRPr lang="en-US"/>
          </a:p>
        </p:txBody>
      </p:sp>
      <p:pic>
        <p:nvPicPr>
          <p:cNvPr id="4" name="Picture 3" descr="A logo for a university&#10;&#10;AI-generated content may be incorrect.">
            <a:extLst>
              <a:ext uri="{FF2B5EF4-FFF2-40B4-BE49-F238E27FC236}">
                <a16:creationId xmlns:a16="http://schemas.microsoft.com/office/drawing/2014/main" id="{B176FC7D-B2A4-EAD3-D2D4-513FE0388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676" y="-1571"/>
            <a:ext cx="1634818" cy="78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A3AF-595D-6540-104D-2DB1ECE2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61D99-51BB-87DC-EAB7-276ED1C59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Context &amp; Problems</a:t>
            </a:r>
          </a:p>
          <a:p>
            <a:pPr marL="514350" indent="-514350">
              <a:buAutoNum type="arabicPeriod"/>
            </a:pPr>
            <a:r>
              <a:rPr lang="en-US" dirty="0"/>
              <a:t>Main flow</a:t>
            </a:r>
          </a:p>
        </p:txBody>
      </p:sp>
      <p:pic>
        <p:nvPicPr>
          <p:cNvPr id="13" name="Picture 12" descr="A logo for a university&#10;&#10;AI-generated content may be incorrect.">
            <a:extLst>
              <a:ext uri="{FF2B5EF4-FFF2-40B4-BE49-F238E27FC236}">
                <a16:creationId xmlns:a16="http://schemas.microsoft.com/office/drawing/2014/main" id="{EC03F564-0E71-F601-E81B-1822E16F4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676" y="-1571"/>
            <a:ext cx="1634818" cy="78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8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CAD7-EC1D-E9F4-BB01-83F57582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BEC7-40AB-2FB7-1691-1051D3A9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Context &amp;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55B61-44B7-C4EB-AF42-26FFE1B75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163"/>
            <a:ext cx="105156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200" b="1" dirty="0">
                <a:ea typeface="+mn-lt"/>
                <a:cs typeface="+mn-lt"/>
              </a:rPr>
              <a:t>Increasing Demand for High-Quality Wood Products</a:t>
            </a:r>
            <a:endParaRPr lang="vi-VN" sz="2200" dirty="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Handcrafted woodwork is becoming more popular for its beauty, durability, and long-term value.</a:t>
            </a:r>
            <a:endParaRPr lang="en-US" sz="2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However, users face many challenges when searching for and booking wood design, crafting services.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✅ </a:t>
            </a:r>
            <a:r>
              <a:rPr lang="en-US" sz="2200" b="1" dirty="0">
                <a:ea typeface="+mn-lt"/>
                <a:cs typeface="+mn-lt"/>
              </a:rPr>
              <a:t>Current Issues:</a:t>
            </a:r>
            <a:endParaRPr lang="en-US" sz="2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 dirty="0">
                <a:ea typeface="+mn-lt"/>
                <a:cs typeface="+mn-lt"/>
              </a:rPr>
              <a:t>Limited reliable services</a:t>
            </a:r>
            <a:r>
              <a:rPr lang="en-US" sz="2200" dirty="0">
                <a:ea typeface="+mn-lt"/>
                <a:cs typeface="+mn-lt"/>
              </a:rPr>
              <a:t> → Difficult to find skilled woodworkers, leading to quality </a:t>
            </a:r>
            <a:r>
              <a:rPr lang="en-US" sz="2200">
                <a:ea typeface="+mn-lt"/>
                <a:cs typeface="+mn-lt"/>
              </a:rPr>
              <a:t>risks.</a:t>
            </a:r>
            <a:endParaRPr lang="en-US" sz="2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 dirty="0">
                <a:ea typeface="+mn-lt"/>
                <a:cs typeface="+mn-lt"/>
              </a:rPr>
              <a:t>Difficulty in assessing quality</a:t>
            </a:r>
            <a:r>
              <a:rPr lang="en-US" sz="2200" dirty="0">
                <a:ea typeface="+mn-lt"/>
                <a:cs typeface="+mn-lt"/>
              </a:rPr>
              <a:t> → Lack of information and reviews makes it hard to trust.</a:t>
            </a:r>
            <a:endParaRPr lang="en-US" sz="2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 dirty="0">
                <a:ea typeface="+mn-lt"/>
                <a:cs typeface="+mn-lt"/>
              </a:rPr>
              <a:t>Unclear pricing</a:t>
            </a:r>
            <a:r>
              <a:rPr lang="en-US" sz="2200" dirty="0">
                <a:ea typeface="+mn-lt"/>
                <a:cs typeface="+mn-lt"/>
              </a:rPr>
              <a:t> → Hidden fees and unexpected costs create financial concerns.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💡 </a:t>
            </a:r>
            <a:r>
              <a:rPr lang="en-US" sz="2200" b="1" dirty="0">
                <a:ea typeface="+mn-lt"/>
                <a:cs typeface="+mn-lt"/>
              </a:rPr>
              <a:t>Solution:</a:t>
            </a:r>
            <a:endParaRPr lang="en-US" sz="2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The </a:t>
            </a:r>
            <a:r>
              <a:rPr lang="en-US" sz="2200" b="1" dirty="0">
                <a:ea typeface="+mn-lt"/>
                <a:cs typeface="+mn-lt"/>
              </a:rPr>
              <a:t>Woodwork Design, Crafting &amp; Repair Booking Platform</a:t>
            </a:r>
            <a:r>
              <a:rPr lang="en-US" sz="2200" dirty="0">
                <a:ea typeface="+mn-lt"/>
                <a:cs typeface="+mn-lt"/>
              </a:rPr>
              <a:t> helps users </a:t>
            </a:r>
            <a:r>
              <a:rPr lang="en-US" sz="2200" b="1" dirty="0">
                <a:ea typeface="+mn-lt"/>
                <a:cs typeface="+mn-lt"/>
              </a:rPr>
              <a:t>find, review, and book</a:t>
            </a:r>
            <a:r>
              <a:rPr lang="en-US" sz="2200" dirty="0">
                <a:ea typeface="+mn-lt"/>
                <a:cs typeface="+mn-lt"/>
              </a:rPr>
              <a:t> skilled woodworkers with ease.</a:t>
            </a:r>
            <a:endParaRPr lang="en-US" sz="2200" dirty="0"/>
          </a:p>
          <a:p>
            <a:pPr marL="514350" indent="-514350"/>
            <a:endParaRPr lang="en-US" sz="2200" dirty="0"/>
          </a:p>
        </p:txBody>
      </p:sp>
      <p:pic>
        <p:nvPicPr>
          <p:cNvPr id="13" name="Picture 12" descr="A logo for a university&#10;&#10;AI-generated content may be incorrect.">
            <a:extLst>
              <a:ext uri="{FF2B5EF4-FFF2-40B4-BE49-F238E27FC236}">
                <a16:creationId xmlns:a16="http://schemas.microsoft.com/office/drawing/2014/main" id="{4646147F-EF66-2F0B-B7FF-F15094C9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676" y="-1571"/>
            <a:ext cx="1634818" cy="78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9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09015-6600-D8A7-3FF8-61313B50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AEC4-A975-4AD9-1190-C7F8CB03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Main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C0942-3C45-7676-85D0-3C86E57ED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495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13" name="Picture 12" descr="A logo for a university&#10;&#10;AI-generated content may be incorrect.">
            <a:extLst>
              <a:ext uri="{FF2B5EF4-FFF2-40B4-BE49-F238E27FC236}">
                <a16:creationId xmlns:a16="http://schemas.microsoft.com/office/drawing/2014/main" id="{46809E8D-3031-F722-191F-494F6E2B7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676" y="-1571"/>
            <a:ext cx="1634818" cy="78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139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office theme</vt:lpstr>
      <vt:lpstr>Woodwork Design, Crafting &amp; Repair Booking Platform</vt:lpstr>
      <vt:lpstr>Table of Contents</vt:lpstr>
      <vt:lpstr>1. Context &amp; Problems</vt:lpstr>
      <vt:lpstr>3. Main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Woodwork Design, Crafting &amp; Repair Booking Platform</dc:title>
  <dc:creator/>
  <cp:lastModifiedBy>Luan Vo</cp:lastModifiedBy>
  <cp:revision>12</cp:revision>
  <dcterms:created xsi:type="dcterms:W3CDTF">2025-02-10T03:16:25Z</dcterms:created>
  <dcterms:modified xsi:type="dcterms:W3CDTF">2025-04-10T05:39:57Z</dcterms:modified>
</cp:coreProperties>
</file>